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'What if writing software started with one paragraph and ended with tested, documented code in minutes — not weeks?' Introduce yourself and the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pain point. Most teams know this. Don't oversell — frame it as a productivity opportunity, not a replacement for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tight. The whole pitch fits on one slide. Position as a 'first draft generator', not 'auto-pilot'.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left-to-right. Emphasise that each stage's output becomes the next stage's input — that's how we keep LLM hallucinations grounded.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fast. The point is: nothing exotic. Standard Python, standard Streamlit, swap the model with one config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following slides show the app in action using the 'Task Manager' PRD and Node.js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speed — it's the easiest win to communicate. End with 'this is a starting point, not a replacement'.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limitations builds credibility. Audience trusts you more when you name the trade-offs before they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this as a roadmap, not a wishlist. Invite collaborators if your forum is the right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with: 'I'd love to hear which parts of your team's workflow this could plug into.'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AI Code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5F3FF"/>
                </a:solidFill>
              </a:rPr>
              <a:t>From PRD to Production-Ready Code — Powered by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A100FF"/>
                </a:solidFill>
              </a:rPr>
              <a:t>Proof of Concept  • 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5F3FF"/>
                </a:solidFill>
              </a:rPr>
              <a:t>Ritwika 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Translating a PRD into a working codebase is slow and repetitive.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Architecture, code scaffolding and tests are written by hand — even when patterns are well-known.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Developers spend significant time on boilerplate instead of business logic.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Onboarding new engineers to a project is expensive — system context lives in heads, not artifacts.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Tests are often written last (or skipped) under delivery pressure.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The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A100FF"/>
                </a:solidFill>
              </a:rPr>
              <a:t>One paragraph in. A full project skeleton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Feed a PRD to an LLM-powered pipeline.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Auto-generate a system design document — architecture, schema, API contracts.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Auto-generate a production-grade codebase in your chosen stack.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Auto-generate unit &amp; integration tests against that code.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D1B69"/>
                </a:solidFill>
              </a:rPr>
              <a:t>• Developers review, refine, and ship — instead of starting from scratch.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How It Works  —  4-Stage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187" y="2194560"/>
            <a:ext cx="2468880" cy="1463040"/>
          </a:xfrm>
          <a:prstGeom prst="roundRect">
            <a:avLst/>
          </a:prstGeom>
          <a:solidFill>
            <a:srgbClr val="A100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PRD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Product Requirements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302355" y="2788920"/>
            <a:ext cx="192024" cy="27432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12667" y="2194560"/>
            <a:ext cx="2468880" cy="146304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D1B69"/>
                </a:solidFill>
              </a:rPr>
              <a:t>System Design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Architecture · Schema · APIs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9835" y="2788920"/>
            <a:ext cx="192024" cy="27432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0147" y="2194560"/>
            <a:ext cx="2468880" cy="146304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D1B69"/>
                </a:solidFill>
              </a:rPr>
              <a:t>Code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Routes · Services · Models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97315" y="2788920"/>
            <a:ext cx="192024" cy="274320"/>
          </a:xfrm>
          <a:prstGeom prst="rightArrow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07627" y="2194560"/>
            <a:ext cx="2468880" cy="146304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D1B69"/>
                </a:solidFill>
              </a:rPr>
              <a:t>Tests</a:t>
            </a:r>
          </a:p>
          <a:p>
            <a:pPr algn="ctr"/>
            <a:r>
              <a:rPr sz="1100">
                <a:solidFill>
                  <a:srgbClr val="555555"/>
                </a:solidFill>
              </a:rPr>
              <a:t>Unit · Integration · Edge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Each stage feeds the next. The LLM gets richer context at every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Stateless: any stage can be re-run with edits to its input.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Stack-aware: target Node.js / Express, Java / Spring Boot, or Python / FastAPI.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Output is plain Markdown + code blocks — easy to copy, diff, and commit.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1645920"/>
            <a:ext cx="2697480" cy="41148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8027" y="1828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LLM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027" y="23774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OpenAI / OpenRouter API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Model: gpt-4o-mini (configurable)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Temperature: 0.3 for determinism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9787" y="1645920"/>
            <a:ext cx="2697480" cy="41148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2667" y="1828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2667" y="23774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Python 3.11+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Prompt templates per stage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Pluggable target stacks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4427" y="1645920"/>
            <a:ext cx="2697480" cy="41148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7307" y="1828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3774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Streamlit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Paste / Upload / Examples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Live progress +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9067" y="1645920"/>
            <a:ext cx="2697480" cy="41148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1947" y="18288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Output Stacks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1947" y="2377440"/>
            <a:ext cx="2331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Node.js + Express + Jest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Java + Spring Boot + JUnit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D1B69"/>
                </a:solidFill>
              </a:rPr>
              <a:t>• Python + FastAPI + pytest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Live Demo: Step-by-Step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5F3FF"/>
                </a:solidFill>
              </a:rPr>
              <a:t>The next slides walk through the application demo using the 'Task Manager' PRD and Node.js stack. Each step is illustrated with real screenshots.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Step 1: Home/Landing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686800" cy="33340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The app's landing page where users start the code generation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Step 2: Enter PRD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d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686800" cy="3548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Paste the 'Task Manager' PRD into the input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Step 3: Select Node.js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ck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686800" cy="3599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Choose Node.js + Express as the target stack.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Step 4: Generation in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8686800" cy="3689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943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The app shows real-time progress as the LLM generates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Step 5: Output &amp; Download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utput_system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27432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3847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System Design Output</a:t>
            </a:r>
          </a:p>
        </p:txBody>
      </p:sp>
      <p:pic>
        <p:nvPicPr>
          <p:cNvPr id="7" name="Picture 6" descr="output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1828800"/>
            <a:ext cx="27432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4247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Generated Code Output</a:t>
            </a:r>
          </a:p>
        </p:txBody>
      </p:sp>
      <p:pic>
        <p:nvPicPr>
          <p:cNvPr id="9" name="Picture 8" descr="output_tes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7" y="1828800"/>
            <a:ext cx="27432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4647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</a:rPr>
              <a:t>Test Cases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View and download the generated code, system design, and test cases.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1B69"/>
                </a:solidFill>
              </a:rPr>
              <a:t>Hours of scaffolding compressed into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48640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03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1B69"/>
                </a:solidFill>
              </a:rPr>
              <a:t>Every project starts from the same architectural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548640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1B69"/>
                </a:solidFill>
              </a:rPr>
              <a:t>System design doc is a by-product, not an afterthought.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80360"/>
            <a:ext cx="548640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017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Test-first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1B69"/>
                </a:solidFill>
              </a:rPr>
              <a:t>Tests are generated alongside code — not skipped under deadline.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548640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Onboarding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1B69"/>
                </a:solidFill>
              </a:rPr>
              <a:t>New devs read a clean, generated baseline before customising.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06240"/>
            <a:ext cx="5486400" cy="118872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A100FF"/>
                </a:solidFill>
              </a:rPr>
              <a:t>Stack-agnostic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548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1B69"/>
                </a:solidFill>
              </a:rPr>
              <a:t>Same PRD, different language — useful for prototyping and migration.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What This Is — and What It Isn't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0B981"/>
                </a:solidFill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Excellent for greenfield prototypes.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Strong on well-known patterns (REST CRUD, auth, etc.).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Produces readable, idiomatic code.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Tests cover happy + key edge paths.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A100FF"/>
                </a:solidFill>
              </a:rPr>
              <a:t>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Not a replacement for an engineer — it's a first-draft generator.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Generated code needs review for security &amp; correctness.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Complex domain logic still needs human design.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1B69"/>
                </a:solidFill>
              </a:rPr>
              <a:t>• LLM cost scales with PRD size and number of regenerations.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D1B69"/>
                </a:solidFill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54864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6547" y="1554480"/>
            <a:ext cx="3794760" cy="45720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147" y="17373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100FF"/>
                </a:solidFill>
              </a:rPr>
              <a:t>Near-term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47" y="237744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Multi-file output as a runnable repo (not just markdown).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Git-init + first-commit automation.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Diagram generation (Mermaid) alongside design doc.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98467" y="1554480"/>
            <a:ext cx="3794760" cy="45720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7067" y="17373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100FF"/>
                </a:solidFill>
              </a:rPr>
              <a:t>Mid-term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7067" y="237744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Agentic refinement loop — generator critiques and self-edits.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Plug in retrieval over org-specific patterns and guardrails.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CI pipeline scaffolding (GitHub Actions / Azure DevOps).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0387" y="1554480"/>
            <a:ext cx="3794760" cy="4572000"/>
          </a:xfrm>
          <a:prstGeom prst="roundRect">
            <a:avLst/>
          </a:prstGeom>
          <a:solidFill>
            <a:srgbClr val="F5F3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8987" y="1737360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A100FF"/>
                </a:solidFill>
              </a:rPr>
              <a:t>Long-term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8987" y="237744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Iterative dev loop: developer edits → LLM re-syncs design &amp; tests.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Compliance / security checks built into the generation pipeline.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1B69"/>
                </a:solidFill>
              </a:rPr>
              <a:t>• Multi-service architecture generation from a single PRD.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AI Code Generator  • 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5F3FF"/>
                </a:solidFill>
              </a:rPr>
              <a:t>Questions &amp; feedback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100FF"/>
                </a:solidFill>
              </a:rPr>
              <a:t>ritwika.law@accenture.com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